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0757-C3F8-4AB6-9791-59FDF8B9156C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FB04-D9A6-458E-806B-311A157E51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803875"/>
      </p:ext>
    </p:extLst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0757-C3F8-4AB6-9791-59FDF8B9156C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FB04-D9A6-458E-806B-311A157E51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090444"/>
      </p:ext>
    </p:extLst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0757-C3F8-4AB6-9791-59FDF8B9156C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FB04-D9A6-458E-806B-311A157E51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03091"/>
      </p:ext>
    </p:extLst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0757-C3F8-4AB6-9791-59FDF8B9156C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FB04-D9A6-458E-806B-311A157E51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079088"/>
      </p:ext>
    </p:extLst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0757-C3F8-4AB6-9791-59FDF8B9156C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FB04-D9A6-458E-806B-311A157E51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155349"/>
      </p:ext>
    </p:extLst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0757-C3F8-4AB6-9791-59FDF8B9156C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FB04-D9A6-458E-806B-311A157E51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1137151"/>
      </p:ext>
    </p:extLst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0757-C3F8-4AB6-9791-59FDF8B9156C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FB04-D9A6-458E-806B-311A157E51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742711"/>
      </p:ext>
    </p:extLst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0757-C3F8-4AB6-9791-59FDF8B9156C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FB04-D9A6-458E-806B-311A157E51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895226"/>
      </p:ext>
    </p:extLst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0757-C3F8-4AB6-9791-59FDF8B9156C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FB04-D9A6-458E-806B-311A157E51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279582"/>
      </p:ext>
    </p:extLst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0757-C3F8-4AB6-9791-59FDF8B9156C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FB04-D9A6-458E-806B-311A157E51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717781"/>
      </p:ext>
    </p:extLst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0757-C3F8-4AB6-9791-59FDF8B9156C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FB04-D9A6-458E-806B-311A157E511E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271709"/>
      </p:ext>
    </p:extLst>
  </p:cSld>
  <p:clrMapOvr>
    <a:masterClrMapping/>
  </p:clrMapOvr>
  <p:transition spd="med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0757-C3F8-4AB6-9791-59FDF8B9156C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FB04-D9A6-458E-806B-311A157E51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309287"/>
      </p:ext>
    </p:extLst>
  </p:cSld>
  <p:clrMapOvr>
    <a:masterClrMapping/>
  </p:clrMapOvr>
  <p:transition spd="med"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0757-C3F8-4AB6-9791-59FDF8B9156C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FB04-D9A6-458E-806B-311A157E511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44244777"/>
      </p:ext>
    </p:extLst>
  </p:cSld>
  <p:clrMapOvr>
    <a:masterClrMapping/>
  </p:clrMapOvr>
  <p:transition spd="med">
    <p:pull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0757-C3F8-4AB6-9791-59FDF8B9156C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FB04-D9A6-458E-806B-311A157E51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705610"/>
      </p:ext>
    </p:extLst>
  </p:cSld>
  <p:clrMapOvr>
    <a:masterClrMapping/>
  </p:clrMapOvr>
  <p:transition spd="med">
    <p:pull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0757-C3F8-4AB6-9791-59FDF8B9156C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FB04-D9A6-458E-806B-311A157E51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680321"/>
      </p:ext>
    </p:extLst>
  </p:cSld>
  <p:clrMapOvr>
    <a:masterClrMapping/>
  </p:clrMapOvr>
  <p:transition spd="med">
    <p:pull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0757-C3F8-4AB6-9791-59FDF8B9156C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FB04-D9A6-458E-806B-311A157E51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106883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3A0757-C3F8-4AB6-9791-59FDF8B9156C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EAAFB04-D9A6-458E-806B-311A157E51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849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ransition spd="med">
    <p:pull/>
  </p:transition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Data Analytics Projects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Data Analysis &amp; Data Visualization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9281654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Key-points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Excel Dashboard</a:t>
            </a:r>
          </a:p>
          <a:p>
            <a:r>
              <a:rPr lang="en-GB" dirty="0"/>
              <a:t>Use Pivot table &amp; pivot charts</a:t>
            </a:r>
          </a:p>
          <a:p>
            <a:r>
              <a:rPr lang="en-GB" dirty="0"/>
              <a:t>Use some count &amp; sum functions</a:t>
            </a:r>
          </a:p>
          <a:p>
            <a:r>
              <a:rPr lang="en-GB" dirty="0"/>
              <a:t>Use Filters &amp; Slicers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5696860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E-Commerce Data Analysis Dashboard</a:t>
            </a:r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936FC07-B67C-4DA5-A22D-EBB1E54BA4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5" y="1930400"/>
            <a:ext cx="5418666" cy="4318000"/>
          </a:xfrm>
        </p:spPr>
      </p:pic>
    </p:spTree>
    <p:extLst>
      <p:ext uri="{BB962C8B-B14F-4D97-AF65-F5344CB8AC3E}">
        <p14:creationId xmlns:p14="http://schemas.microsoft.com/office/powerpoint/2010/main" val="1295463716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Key-points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Sales Insights Project – Using SQL</a:t>
            </a:r>
          </a:p>
          <a:p>
            <a:r>
              <a:rPr lang="en-GB" dirty="0"/>
              <a:t>Analyse Data with SQL queries &amp; functions.</a:t>
            </a:r>
          </a:p>
          <a:p>
            <a:r>
              <a:rPr lang="en-GB" dirty="0"/>
              <a:t>Visualize Data with Power BI</a:t>
            </a:r>
          </a:p>
          <a:p>
            <a:r>
              <a:rPr lang="en-GB" dirty="0"/>
              <a:t>Uses </a:t>
            </a:r>
            <a:r>
              <a:rPr lang="en-IN" dirty="0"/>
              <a:t>WHERE CLAUSE</a:t>
            </a:r>
          </a:p>
          <a:p>
            <a:r>
              <a:rPr lang="en-IN" dirty="0"/>
              <a:t>GROUP BY</a:t>
            </a:r>
          </a:p>
          <a:p>
            <a:r>
              <a:rPr lang="en-IN" dirty="0"/>
              <a:t>ORDER BY</a:t>
            </a:r>
          </a:p>
          <a:p>
            <a:r>
              <a:rPr lang="en-IN" dirty="0"/>
              <a:t>JOINS CLAUSE</a:t>
            </a:r>
          </a:p>
          <a:p>
            <a:r>
              <a:rPr lang="en-IN" dirty="0"/>
              <a:t>AGGRIGATIVE FUNCTION</a:t>
            </a:r>
          </a:p>
          <a:p>
            <a:r>
              <a:rPr lang="en-IN" dirty="0"/>
              <a:t>WINDOW FUNCTION &amp; LIMIT.</a:t>
            </a:r>
          </a:p>
          <a:p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927356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Sales Insights Dashboard 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5" y="1930400"/>
            <a:ext cx="8596667" cy="4352834"/>
          </a:xfrm>
        </p:spPr>
      </p:pic>
    </p:spTree>
    <p:extLst>
      <p:ext uri="{BB962C8B-B14F-4D97-AF65-F5344CB8AC3E}">
        <p14:creationId xmlns:p14="http://schemas.microsoft.com/office/powerpoint/2010/main" val="1922321029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Key-points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Netflix movies &amp; TV shows data analysis</a:t>
            </a:r>
          </a:p>
          <a:p>
            <a:r>
              <a:rPr lang="en-GB" dirty="0"/>
              <a:t>Data Analyse &amp; Data Visualise with Power BI</a:t>
            </a:r>
          </a:p>
          <a:p>
            <a:r>
              <a:rPr lang="en-GB" dirty="0"/>
              <a:t>Used DAX Queries (</a:t>
            </a:r>
            <a:r>
              <a:rPr lang="en-IN" dirty="0"/>
              <a:t>COUNTX FUNCTION)</a:t>
            </a:r>
          </a:p>
          <a:p>
            <a:r>
              <a:rPr lang="en-GB" dirty="0"/>
              <a:t>Analyse number of movies &amp; TV shows released per year by Netflix</a:t>
            </a:r>
          </a:p>
          <a:p>
            <a:r>
              <a:rPr lang="en-GB" dirty="0"/>
              <a:t>Explore ratings of movies &amp; TV shows</a:t>
            </a:r>
          </a:p>
          <a:p>
            <a:r>
              <a:rPr lang="en-GB" dirty="0"/>
              <a:t>Top 10 Actors &amp; Directors &amp; viewed genres</a:t>
            </a:r>
          </a:p>
          <a:p>
            <a:r>
              <a:rPr lang="en-GB" dirty="0"/>
              <a:t>Analyse top 5 movies and shows on Netflix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638562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Netflix Data analysis Dashboard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930400"/>
            <a:ext cx="8596668" cy="4313646"/>
          </a:xfrm>
        </p:spPr>
      </p:pic>
    </p:spTree>
    <p:extLst>
      <p:ext uri="{BB962C8B-B14F-4D97-AF65-F5344CB8AC3E}">
        <p14:creationId xmlns:p14="http://schemas.microsoft.com/office/powerpoint/2010/main" val="305666571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101</TotalTime>
  <Words>135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Data Analytics Projects </vt:lpstr>
      <vt:lpstr>Project Key-points</vt:lpstr>
      <vt:lpstr>E-Commerce Data Analysis Dashboard</vt:lpstr>
      <vt:lpstr>Project Key-points</vt:lpstr>
      <vt:lpstr>Sales Insights Dashboard </vt:lpstr>
      <vt:lpstr>Project Key-points</vt:lpstr>
      <vt:lpstr>Netflix Data analysis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Project</dc:title>
  <dc:creator>lko</dc:creator>
  <cp:lastModifiedBy>Ajay Kumar</cp:lastModifiedBy>
  <cp:revision>11</cp:revision>
  <dcterms:created xsi:type="dcterms:W3CDTF">2025-06-26T09:42:06Z</dcterms:created>
  <dcterms:modified xsi:type="dcterms:W3CDTF">2026-01-17T17:21:33Z</dcterms:modified>
</cp:coreProperties>
</file>